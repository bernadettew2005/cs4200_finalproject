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20B9-1AF1-92C0-3164-697AA36CB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E444F-12A1-1810-1ED3-BB9AD591B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5D775-DD93-221E-DC2B-3F7A5764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72AD8-CFEF-3151-6FA2-478AE466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FF5F8-D9B1-FA97-9664-6162D1F7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4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13E19-02F5-CE5C-66F8-333B039D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C9821-45C9-99D8-AEFD-46D573E9F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8A7D5-8E16-D7F6-CA29-26EBF172B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6C0C2-5E36-F322-6D30-E072929D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DE667-6A0F-312D-E897-9CEFE1141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4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9642-7FF5-B4EB-B8DF-F923ECB76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9F59F-5C55-975E-4A9D-2FEC42D35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8AD6C-9C48-0D91-3BFC-7F3148D5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8017B-7BCE-6555-F77C-78803E67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6747A-C4B2-F83C-08D0-BA3D6E65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9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8DAA-8E02-912E-F0D1-FCBFBE0E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9B283-30BC-0857-EBD8-564DAC44E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58426-77CD-7B6D-B1D6-5BD8A76BA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A432B-04BA-F0C2-25E4-7941900C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D32E6-900D-7534-0EDD-5C80FB05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3AB5B-0432-AAA2-70FE-ED38654C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33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63112-CC2F-1EAA-9EFE-A53B2B3D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96253-1A17-D2F0-9FE8-04CE0C802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7FC9B-529A-ADC6-F030-EAFBE818D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B3DD5-839F-2A3B-56AC-3334598F6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38A01-4BE2-3B9A-F420-A9FEDA1EA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710FA-83DF-E007-4D27-ECD7C810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32BBA-8AA1-CABF-4939-76CC99A1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AF6D9-DDC4-B504-333E-DF04DD32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34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22D1-BF5A-9086-1270-7682C41DC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CDF85-35B2-BFA0-FEE9-58E580C20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FC26C-E02F-F4DA-954D-DC9B3AA4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F10D6-FC20-48FE-3048-CBF55B6B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D3EBD-CDA4-0B00-19EA-C60937317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A074F-D1AA-9B22-8F7F-6C25E72D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E5D3F-83F6-20BA-9E4F-AFECCD72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9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BF10-4483-9A81-671E-E8BBB2CC5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03355-C762-C7F1-3EBF-BE479D588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986CA-38AB-4FE5-2B41-596AA22D3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9E4FD-6534-C104-BC0B-DBC9FB0A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77795-8460-B63F-6EAA-F9F58D13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3C4DE-4B9E-7D56-12B1-9B845CCF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7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E0EA-99B7-8DB7-4719-1F76E36D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9FCCD-B9BE-39E2-443B-4945D966B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E141E-1696-DEF6-9A81-DC53D6C90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AE6D5-DABF-17B8-F63E-1D69ADD12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F7741-CEDC-B6A7-4A97-8D1FB5BA8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DBF95-17BB-6801-0DF8-D7119E9B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0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8A75-B9CD-52D8-B5B7-D5421855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C140C-D383-3909-F23B-D47994012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8242E-3C64-5118-3D45-4A8F8A5B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D0883-1CAF-8BFA-3E99-80F7ADDB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15EA-5A4D-6ABF-FBB4-C7673C4A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60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276FE-2566-F6EE-0CFF-7ACDA2410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98870-208E-EE8C-5D82-B819A5734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438B4-7F02-AE90-23D9-BD83DDBB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F5BA2-EE1A-C36A-3C71-4BB6A034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19FD5-19A3-DC86-1B7E-7873C618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7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CE0F0-2B18-6FDE-4D8F-A6C8B29A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0A145-8A6F-7A53-E73E-446C28C82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F5-3161-FF40-5683-A648DF6A4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952DF-AE37-40D0-9E8C-6CC61B6D510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C6CDF-C23E-7F4F-955F-F66F6F6B4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19A55-9B23-9969-B890-6E0652F2C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33C25-D5A1-4EAF-A7AA-5A26E7497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6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6036C-90E0-91D5-9036-3C46CF4F0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8100"/>
              <a:t>Cache Design Exploration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460D8-70CC-D5E1-8A0F-FA44873A6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Bernadette Williamson</a:t>
            </a:r>
            <a:endParaRPr lang="en-US"/>
          </a:p>
          <a:p>
            <a:pPr algn="l"/>
            <a:r>
              <a:rPr lang="en-US" dirty="0"/>
              <a:t>CS 4200 – Final Project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16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6656F-1D20-6B65-FD3B-87909E650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B12DC-BEF7-9802-97B8-71E8190AE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713313"/>
            <a:ext cx="4953000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Goal</a:t>
            </a:r>
            <a:r>
              <a:rPr lang="en-US" sz="2000" dirty="0"/>
              <a:t> – simulate how CPU caches store and retrieve memory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Compares different cache designs</a:t>
            </a:r>
          </a:p>
          <a:p>
            <a:pPr lvl="1"/>
            <a:r>
              <a:rPr lang="en-US" sz="2000" dirty="0"/>
              <a:t>Direct-mapped</a:t>
            </a:r>
          </a:p>
          <a:p>
            <a:pPr lvl="1"/>
            <a:r>
              <a:rPr lang="en-US" sz="2000" dirty="0"/>
              <a:t>2-way set associative</a:t>
            </a:r>
          </a:p>
          <a:p>
            <a:pPr lvl="1"/>
            <a:r>
              <a:rPr lang="en-US" sz="2000" dirty="0"/>
              <a:t>4-way set associative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Caches improve performance by reducing memory access time</a:t>
            </a:r>
          </a:p>
          <a:p>
            <a:r>
              <a:rPr lang="en-US" sz="2000" dirty="0"/>
              <a:t>Different designs impact</a:t>
            </a:r>
          </a:p>
          <a:p>
            <a:pPr lvl="1"/>
            <a:r>
              <a:rPr lang="en-US" sz="2000" dirty="0"/>
              <a:t>Hit rate</a:t>
            </a:r>
          </a:p>
          <a:p>
            <a:pPr lvl="1"/>
            <a:r>
              <a:rPr lang="en-US" sz="2000" dirty="0"/>
              <a:t>Miss rate</a:t>
            </a:r>
          </a:p>
          <a:p>
            <a:pPr lvl="1"/>
            <a:r>
              <a:rPr lang="en-US" sz="2000" dirty="0"/>
              <a:t>Performative efficiency</a:t>
            </a:r>
          </a:p>
        </p:txBody>
      </p:sp>
    </p:spTree>
    <p:extLst>
      <p:ext uri="{BB962C8B-B14F-4D97-AF65-F5344CB8AC3E}">
        <p14:creationId xmlns:p14="http://schemas.microsoft.com/office/powerpoint/2010/main" val="272687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671D7-EBC1-994E-EB73-719C37F83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r>
              <a:rPr lang="en-US" dirty="0"/>
              <a:t>Cache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E13C4-DFCB-2367-292A-B061A2C35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713313"/>
            <a:ext cx="4953000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Cache Structure</a:t>
            </a:r>
          </a:p>
          <a:p>
            <a:r>
              <a:rPr lang="en-US" sz="2000" dirty="0"/>
              <a:t>Memory is divided into blocks</a:t>
            </a:r>
          </a:p>
          <a:p>
            <a:r>
              <a:rPr lang="en-US" sz="2000" dirty="0"/>
              <a:t>Cache is divided into sets</a:t>
            </a:r>
          </a:p>
          <a:p>
            <a:r>
              <a:rPr lang="en-US" sz="2000" dirty="0"/>
              <a:t>Each set contains ways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Key Ideas</a:t>
            </a:r>
          </a:p>
          <a:p>
            <a:pPr>
              <a:buFontTx/>
              <a:buChar char="-"/>
            </a:pPr>
            <a:r>
              <a:rPr lang="en-US" sz="2000" dirty="0"/>
              <a:t>Hit is data already in cache</a:t>
            </a:r>
          </a:p>
          <a:p>
            <a:pPr>
              <a:buFontTx/>
              <a:buChar char="-"/>
            </a:pPr>
            <a:r>
              <a:rPr lang="en-US" sz="2000" dirty="0"/>
              <a:t>Miss is data that must be loaded</a:t>
            </a:r>
          </a:p>
          <a:p>
            <a:pPr>
              <a:buFontTx/>
              <a:buChar char="-"/>
            </a:pPr>
            <a:r>
              <a:rPr lang="en-US" sz="2000" dirty="0"/>
              <a:t>Eviction is replacing old data</a:t>
            </a:r>
          </a:p>
          <a:p>
            <a:pPr>
              <a:buFontTx/>
              <a:buChar char="-"/>
            </a:pPr>
            <a:r>
              <a:rPr lang="en-US" sz="2000" dirty="0"/>
              <a:t>LRU policy removes least recently used block</a:t>
            </a:r>
          </a:p>
        </p:txBody>
      </p:sp>
    </p:spTree>
    <p:extLst>
      <p:ext uri="{BB962C8B-B14F-4D97-AF65-F5344CB8AC3E}">
        <p14:creationId xmlns:p14="http://schemas.microsoft.com/office/powerpoint/2010/main" val="762260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1DDE1-EECA-0FA8-A8A4-69052814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2005A-CDB5-F3B7-CDC4-F550FD5B8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713313"/>
            <a:ext cx="4953000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What the simulator does:</a:t>
            </a:r>
          </a:p>
          <a:p>
            <a:pPr>
              <a:buFontTx/>
              <a:buChar char="-"/>
            </a:pPr>
            <a:r>
              <a:rPr lang="en-US" sz="2000" dirty="0"/>
              <a:t>Reads memory addresses from a hex_inst.txt file</a:t>
            </a:r>
          </a:p>
          <a:p>
            <a:pPr>
              <a:buFontTx/>
              <a:buChar char="-"/>
            </a:pPr>
            <a:r>
              <a:rPr lang="en-US" sz="2000" dirty="0"/>
              <a:t>Simulates cache access for direct-mapped, 2-way, and 4-way</a:t>
            </a:r>
          </a:p>
          <a:p>
            <a:pPr>
              <a:buFontTx/>
              <a:buChar char="-"/>
            </a:pPr>
            <a:r>
              <a:rPr lang="en-US" sz="2000" dirty="0"/>
              <a:t>Tracks hits, misses, writebacks, evictions</a:t>
            </a:r>
          </a:p>
        </p:txBody>
      </p:sp>
    </p:spTree>
    <p:extLst>
      <p:ext uri="{BB962C8B-B14F-4D97-AF65-F5344CB8AC3E}">
        <p14:creationId xmlns:p14="http://schemas.microsoft.com/office/powerpoint/2010/main" val="264954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0B351-95D7-A0A0-8D64-B50D4B900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r>
              <a:rPr lang="en-US" dirty="0"/>
              <a:t>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FEC53-04B6-4E32-69D9-43D9DA127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713313"/>
            <a:ext cx="4953000" cy="54313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Main Components</a:t>
            </a:r>
          </a:p>
          <a:p>
            <a:pPr marL="0" indent="0">
              <a:buNone/>
            </a:pPr>
            <a:r>
              <a:rPr lang="en-US" sz="2000" dirty="0"/>
              <a:t>cache_make() – builds cache structure</a:t>
            </a:r>
          </a:p>
          <a:p>
            <a:pPr marL="0" indent="0">
              <a:buNone/>
            </a:pPr>
            <a:r>
              <a:rPr lang="en-US" sz="2000" dirty="0"/>
              <a:t>addr_parts() – computes tag and set index</a:t>
            </a:r>
          </a:p>
          <a:p>
            <a:pPr marL="0" indent="0">
              <a:buNone/>
            </a:pPr>
            <a:r>
              <a:rPr lang="en-US" sz="2000" dirty="0"/>
              <a:t>cache_access() – handles hit/miss logic</a:t>
            </a:r>
          </a:p>
          <a:p>
            <a:pPr marL="0" indent="0">
              <a:buNone/>
            </a:pPr>
            <a:r>
              <a:rPr lang="en-US" sz="2000" dirty="0"/>
              <a:t>choose_victim() – LRU replacement</a:t>
            </a:r>
          </a:p>
          <a:p>
            <a:pPr marL="0" indent="0">
              <a:buNone/>
            </a:pPr>
            <a:r>
              <a:rPr lang="en-US" sz="2000" dirty="0"/>
              <a:t>run_sim() – runs the simulation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71382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A7964-6D57-1677-A1C7-681D18D2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28" y="1147158"/>
            <a:ext cx="6038470" cy="47133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Demonstration of Code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76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0339EE9-5436-4860-BBFC-7CD7C90D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5" y="0"/>
            <a:ext cx="7537705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3743A-9401-B6AC-9040-11051A44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484" y="1065749"/>
            <a:ext cx="3748810" cy="4726502"/>
          </a:xfrm>
        </p:spPr>
        <p:txBody>
          <a:bodyPr>
            <a:normAutofit/>
          </a:bodyPr>
          <a:lstStyle/>
          <a:p>
            <a:r>
              <a:rPr lang="en-US" dirty="0"/>
              <a:t>Observations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7E713-0A90-701B-B33D-A100C7E01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713313"/>
            <a:ext cx="4953000" cy="543137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Increasing associativity reduces conflict misses</a:t>
            </a:r>
          </a:p>
          <a:p>
            <a:r>
              <a:rPr lang="en-US" sz="2000" dirty="0"/>
              <a:t>Direct-mapped cache is most sensitive to collisions</a:t>
            </a:r>
          </a:p>
          <a:p>
            <a:r>
              <a:rPr lang="en-US" sz="2000" dirty="0"/>
              <a:t>4-way cache performs best for repeated data access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Main Takeaway</a:t>
            </a:r>
          </a:p>
          <a:p>
            <a:pPr marL="0" indent="0">
              <a:buNone/>
            </a:pPr>
            <a:r>
              <a:rPr lang="en-US" sz="2000" dirty="0"/>
              <a:t>Cache performance depends heavily on memory access patterns</a:t>
            </a:r>
          </a:p>
        </p:txBody>
      </p:sp>
    </p:spTree>
    <p:extLst>
      <p:ext uri="{BB962C8B-B14F-4D97-AF65-F5344CB8AC3E}">
        <p14:creationId xmlns:p14="http://schemas.microsoft.com/office/powerpoint/2010/main" val="115422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2D827E-273B-1A90-A9C3-BFDBB419D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4472" y="643468"/>
            <a:ext cx="78742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50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214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Cache Design Exploration Simulator</vt:lpstr>
      <vt:lpstr>Introduction</vt:lpstr>
      <vt:lpstr>Cache Basics</vt:lpstr>
      <vt:lpstr>System Overview</vt:lpstr>
      <vt:lpstr>Code Structure</vt:lpstr>
      <vt:lpstr>Demonstration of Code</vt:lpstr>
      <vt:lpstr>Observations and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Bernadette W</dc:creator>
  <cp:lastModifiedBy>Bernadette W</cp:lastModifiedBy>
  <cp:revision>1</cp:revision>
  <dcterms:created xsi:type="dcterms:W3CDTF">2026-05-04T05:34:40Z</dcterms:created>
  <dcterms:modified xsi:type="dcterms:W3CDTF">2026-05-04T05:58:52Z</dcterms:modified>
</cp:coreProperties>
</file>